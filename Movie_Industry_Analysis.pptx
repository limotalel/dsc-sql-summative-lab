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Votes</c:v>
                </c:pt>
              </c:strCache>
            </c:strRef>
          </c:tx>
          <c:spPr>
            <a:solidFill>
              <a:srgbClr val="D4A2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Action,Adventure,Sci-Fi</c:v>
                  </c:pt>
                  <c:pt idx="1">
                    <c:v>Adventure,Animation,Comedy</c:v>
                  </c:pt>
                  <c:pt idx="2">
                    <c:v>Action,Adventure,Drama</c:v>
                  </c:pt>
                  <c:pt idx="3">
                    <c:v>Drama</c:v>
                  </c:pt>
                  <c:pt idx="4">
                    <c:v>Comedy,Drama,Romance</c:v>
                  </c:pt>
                  <c:pt idx="5">
                    <c:v>Biography,Drama,History</c:v>
                  </c:pt>
                  <c:pt idx="6">
                    <c:v>Documentary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185000</c:v>
                </c:pt>
                <c:pt idx="1">
                  <c:v>142000</c:v>
                </c:pt>
                <c:pt idx="2">
                  <c:v>98000</c:v>
                </c:pt>
                <c:pt idx="3">
                  <c:v>76000</c:v>
                </c:pt>
                <c:pt idx="4">
                  <c:v>54000</c:v>
                </c:pt>
                <c:pt idx="5">
                  <c:v>48000</c:v>
                </c:pt>
                <c:pt idx="6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2D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F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Industry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611880"/>
            <a:ext cx="4114800" cy="0"/>
          </a:xfrm>
          <a:prstGeom prst="line">
            <a:avLst/>
          </a:prstGeom>
          <a:noFill/>
          <a:ln w="25400">
            <a:solidFill>
              <a:srgbClr val="D4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Dataset  |  2010 - 2019  |  SQL &amp; Python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Summative Lab: SQL  •  Part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Exploration: 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the movie landscape from 2010-2019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155448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146K+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analyzed across the decade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45920"/>
            <a:ext cx="109728" cy="1554480"/>
          </a:xfrm>
          <a:prstGeom prst="rect">
            <a:avLst/>
          </a:prstGeom>
          <a:solidFill>
            <a:srgbClr val="3A8A9E"/>
          </a:solidFill>
          <a:ln w="12700">
            <a:solidFill>
              <a:srgbClr val="3A8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movie_id and person_id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109728" cy="155448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Drama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single genre overall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production volume increased steadily across the decade, peaking in 2017-2018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and Documentary appear most frequently, but Action/Adventure films attract the highest audience engagement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with runtimes between 101-150 minutes tend to receive higher average ratings than shorter or much longer films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high-vote films dominate audience attention, while the majority of titles receive minimal engagement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188720"/>
          </a:xfrm>
          <a:prstGeom prst="rect">
            <a:avLst/>
          </a:prstGeom>
          <a:solidFill>
            <a:srgbClr val="1A1B3A"/>
          </a:solidFill>
          <a:ln w="12700">
            <a:solidFill>
              <a:srgbClr val="1A1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109728" cy="118872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genres deliver both high quality (ratings) AND high audience engagement (votes), and where should studios prioritize their production investments?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 by Audience Engagement (Avg Rating ≥ 7.0)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834640"/>
          <a:ext cx="71323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834640"/>
            <a:ext cx="3749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Action-Adventure-Sci-Fi delivers the highest combination of ratings and engagement.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47091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should prioritize tentpole investments in Action-Adventure-Sci-Fi blockbusters for maximum audience reach.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remains a steady mid-tier bet with consistent quality but lower viral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Tasks Identified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uncovered during exploration that should be addressed before deeper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91440" cy="210312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 Value Handling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runtime_minutes, genres, and rating fields contain nulls. Exclude from aggregations rather than imputing.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08760"/>
            <a:ext cx="91440" cy="2103120"/>
          </a:xfrm>
          <a:prstGeom prst="rect">
            <a:avLst/>
          </a:prstGeom>
          <a:solidFill>
            <a:srgbClr val="3A8A9E"/>
          </a:solidFill>
          <a:ln w="12700">
            <a:solidFill>
              <a:srgbClr val="3A8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Multi-Genre Strings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genres column stores comma-separated values (e.g., 'Action,Adventure,Sci-Fi'). Normalize into a separate genre table.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08760"/>
            <a:ext cx="91440" cy="210312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667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Range Filter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start_year contains values after 2019 that are inaccurate or projected. Filter to 2010-2019 only.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37490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3749040"/>
            <a:ext cx="91440" cy="2103120"/>
          </a:xfrm>
          <a:prstGeom prst="rect">
            <a:avLst/>
          </a:prstGeom>
          <a:solidFill>
            <a:srgbClr val="3A8A9E"/>
          </a:solidFill>
          <a:ln w="12700">
            <a:solidFill>
              <a:srgbClr val="3A8A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5176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Outliers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4846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movies have implausibly short (&lt; 5 min) or long (&gt; 600 min) runtimes that may be data entry errors.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749040"/>
            <a:ext cx="91440" cy="210312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4652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Low-Vote Bias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4846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with under 100 votes skew rating averages. Apply a minimum vote threshold for meaningful comparisons.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Cleaning was identified, not performed — per assignment scope.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743200" cy="0"/>
          </a:xfrm>
          <a:prstGeom prst="line">
            <a:avLst/>
          </a:prstGeom>
          <a:noFill/>
          <a:ln w="25400">
            <a:solidFill>
              <a:srgbClr val="D4A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731520" cy="0"/>
          </a:xfrm>
          <a:prstGeom prst="line">
            <a:avLst/>
          </a:prstGeom>
          <a:noFill/>
          <a:ln w="12700">
            <a:solidFill>
              <a:srgbClr val="D4A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production scaled steadily through the decade, with Action-Adventure-Sci-Fi delivering the strongest combination of audience ratings and engagement.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731520" cy="0"/>
          </a:xfrm>
          <a:prstGeom prst="line">
            <a:avLst/>
          </a:prstGeom>
          <a:noFill/>
          <a:ln w="12700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4688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high-engagement genres translate to higher box office returns? Combining this dataset with revenue data would unlock that next layer of insight.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240280"/>
            <a:ext cx="731520" cy="0"/>
          </a:xfrm>
          <a:prstGeom prst="line">
            <a:avLst/>
          </a:prstGeom>
          <a:noFill/>
          <a:ln w="12700">
            <a:solidFill>
              <a:srgbClr val="D4A2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4688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five cleaning tasks, normalize multi-genre data into a separate table, and run focused analyses on the strongest-performing categories.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Industry Exploratory Analysis</dc:title>
  <dc:subject>PptxGenJS Presentation</dc:subject>
  <dc:creator>Data Analyst</dc:creator>
  <cp:lastModifiedBy>Data Analyst</cp:lastModifiedBy>
  <cp:revision>1</cp:revision>
  <dcterms:created xsi:type="dcterms:W3CDTF">2026-05-06T10:50:52Z</dcterms:created>
  <dcterms:modified xsi:type="dcterms:W3CDTF">2026-05-06T10:50:52Z</dcterms:modified>
</cp:coreProperties>
</file>